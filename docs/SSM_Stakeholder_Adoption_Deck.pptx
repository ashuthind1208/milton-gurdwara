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89888"/>
            <a:ext cx="12188952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6032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411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783080" y="78638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Presentation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77393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information website to action-driven community platform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77240" y="2395728"/>
            <a:ext cx="5760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case for business adoption and governance approval.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improvements in engagement, participation, and efficiency.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Device-ready platform assurance for desktop, iPad, and mobile.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90-day execution model with KPI accountability.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0" y="2157984"/>
            <a:ext cx="49834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4000"/>
              </a:srgbClr>
            </a:outerShdw>
          </a:effectLst>
        </p:spPr>
      </p:sp>
      <p:pic>
        <p:nvPicPr>
          <p:cNvPr id="11" name="Image 1" descr="/Users/aashoodeepsingh/singhsabha_milton/docs/screenshots_fresh/home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13432"/>
            <a:ext cx="4599432" cy="28163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5623560"/>
            <a:ext cx="10927080" cy="475488"/>
          </a:xfrm>
          <a:prstGeom prst="roundRect">
            <a:avLst/>
          </a:prstGeom>
          <a:solidFill>
            <a:srgbClr val="E4EFFC"/>
          </a:solidFill>
          <a:ln w="12700">
            <a:solidFill>
              <a:srgbClr val="C7DDF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77824" y="5769864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line: This platform helps sangat members move from interest to participation in a few trusted clicks.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business case for Singh Sabha Milton digital platform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108356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approve the platform as the primary digital operating channel.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Approach: compare current-site experience to new platform capabilities.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Audience: non-technical stakeholders across committee and operations.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Method: use observable facts, measurable KPIs, and a clear 90-day plan.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faster participation, fewer manual loops, and stronger visibility.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State Baseline (Existing Site)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snapshot from singhsabhamilton.com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63550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informational presence with schedule, Sunday details, and contact.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actions are membership application and newsletter signup links.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visibility exists through calendar embed and social channels.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workflows still require off-platform follow-up and coordination.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reporting requires manual interpretation and consolidation.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model informs the community well, but scales operations slowly.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86600" y="1828800"/>
            <a:ext cx="4443984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pic>
        <p:nvPicPr>
          <p:cNvPr id="11" name="Image 1" descr="/Users/aashoodeepsingh/singhsabha_milton/docs/screenshots_fresh/current-site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993392"/>
            <a:ext cx="4059936" cy="3547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Platform Snapshot (Desktop Web)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web experience as primary showcase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63550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public sections organized for discover-to-action journeys.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admin modules accessible via role-aware controls.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flows for events, seva, donation, videos, news, and contact.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destination reduces dependence on disconnected external links.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Navigation, content, and calls-to-action are designed for conversion.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version is optimized for committee demos and stakeholder reviews.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86600" y="1828800"/>
            <a:ext cx="4443984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pic>
        <p:nvPicPr>
          <p:cNvPr id="11" name="Image 1" descr="/Users/aashoodeepsingh/singhsabha_milton/docs/screenshots_fresh/home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993392"/>
            <a:ext cx="4059936" cy="3547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Value Delivered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for the organization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63550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value: more users can complete actions in-platform.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value: fewer manual corrections and follow-up messages.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value: role-based access reduces accidental changes.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value: updates can be published and discovered faster.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value: clearer action states increase user confidence.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value: stronger clarity on what is working each month.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86600" y="1828800"/>
            <a:ext cx="4443984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pic>
        <p:nvPicPr>
          <p:cNvPr id="11" name="Image 1" descr="/Users/aashoodeepsingh/singhsabha_milton/docs/screenshots_fresh/events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993392"/>
            <a:ext cx="4059936" cy="3547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Action Flows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Event, seva, and donation actions are now direct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63550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flow supports registration with clean identity handoff.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Seva flow blocks duplicates and communicates status clearly.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Donation flow supports secure checkout with webhook reliability.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pages are designed to remove uncertainty at click time.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spend less time searching and more time participating.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directly supports attendance, seva coverage, and campaign goals.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86600" y="1828800"/>
            <a:ext cx="4443984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pic>
        <p:nvPicPr>
          <p:cNvPr id="11" name="Image 1" descr="/Users/aashoodeepsingh/singhsabha_milton/docs/screenshots_fresh/seva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993392"/>
            <a:ext cx="4059936" cy="3547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and Communications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Admin-side capability in one platform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63550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admin module areas support content and operations.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upload buckets support media workflows across modules.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News, videos, and CMS updates can be managed centrally.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and access controls support safer delegation.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Reminders are configured for volunteer (10,5,2,1) and event (7,3,1) cadences.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reduces dependence on ad-hoc communication channels.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86600" y="1828800"/>
            <a:ext cx="4443984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pic>
        <p:nvPicPr>
          <p:cNvPr id="11" name="Image 1" descr="/Users/aashoodeepsingh/singhsabha_milton/docs/screenshots_fresh/news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993392"/>
            <a:ext cx="4059936" cy="3547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Assurance: Home Page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Desktop, iPad, and mobile proof on the same platform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" y="1865376"/>
            <a:ext cx="10972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presents full-context navigation and discovery.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 keeps interaction balanced with touch-first behavior.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preserves key actions with simplified layout.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Assurance: one platform is usable across all major device formats.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accessibility and confidence for wider audience adoption.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" y="3310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" y="3547872"/>
            <a:ext cx="33832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</p:spPr>
      </p:sp>
      <p:pic>
        <p:nvPicPr>
          <p:cNvPr id="12" name="Image 1" descr="/Users/aashoodeepsingh/singhsabha_milton/docs/screenshots_fresh/home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685032"/>
            <a:ext cx="3108960" cy="2194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9704" y="3310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 (iPad)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489704" y="3547872"/>
            <a:ext cx="33832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</p:spPr>
      </p:sp>
      <p:pic>
        <p:nvPicPr>
          <p:cNvPr id="15" name="Image 2" descr="/Users/aashoodeepsingh/singhsabha_milton/docs/screenshots_fresh/home-tab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3685032"/>
            <a:ext cx="3108960" cy="21945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0456" y="3310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220456" y="3547872"/>
            <a:ext cx="33832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</p:spPr>
      </p:sp>
      <p:pic>
        <p:nvPicPr>
          <p:cNvPr id="18" name="Image 3" descr="/Users/aashoodeepsingh/singhsabha_milton/docs/screenshots_fresh/home-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685032"/>
            <a:ext cx="3108960" cy="21945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Assurance: Seva Flow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journey consistency across device sizes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" y="1865376"/>
            <a:ext cx="10972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shows broader seva context and status visibility.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 keeps action controls readable and scannable.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retains the complete registration journey.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keeps the same task outcomes, regardless of screen width.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volunteer conversion is not device-dependent.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" y="3310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" y="3547872"/>
            <a:ext cx="33832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</p:spPr>
      </p:sp>
      <p:pic>
        <p:nvPicPr>
          <p:cNvPr id="12" name="Image 1" descr="/Users/aashoodeepsingh/singhsabha_milton/docs/screenshots_fresh/seva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685032"/>
            <a:ext cx="3108960" cy="2194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9704" y="3310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 (iPad)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489704" y="3547872"/>
            <a:ext cx="33832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</p:spPr>
      </p:sp>
      <p:pic>
        <p:nvPicPr>
          <p:cNvPr id="15" name="Image 2" descr="/Users/aashoodeepsingh/singhsabha_milton/docs/screenshots_fresh/seva-tab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3685032"/>
            <a:ext cx="3108960" cy="21945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0456" y="3310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220456" y="3547872"/>
            <a:ext cx="338328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</p:spPr>
      </p:sp>
      <p:pic>
        <p:nvPicPr>
          <p:cNvPr id="18" name="Image 3" descr="/Users/aashoodeepsingh/singhsabha_milton/docs/screenshots_fresh/seva-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685032"/>
            <a:ext cx="3108960" cy="21945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and Adoption Model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scorecard for non-technical governance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63550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KPI: signed-in users completing at least one action.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KPI: event-page visitors converted to registrations.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Seva KPI: opportunity views converted to volunteer signups.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Donation KPI: intent-to-completed successful donation rate.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KPI: update-page view-to-action click-through.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KPI: manual follow-up time reduction percentage.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86600" y="1828800"/>
            <a:ext cx="4443984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A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pic>
        <p:nvPicPr>
          <p:cNvPr id="11" name="Image 1" descr="/Users/aashoodeepsingh/singhsabha_milton/docs/screenshots_fresh/donation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993392"/>
            <a:ext cx="4059936" cy="3547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Adoption Plan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Phased plan for sustained rollout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108356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1-2: baseline data setup, owners assigned, demo readiness.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3-6: campaign-led adoption for events, seva, and donation.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7-10: optimize pages with highest drop-off rates.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11-13: leadership review and next-quarter scaling decisions.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Cadence: weekly KPI pulse and quick corrective iterations.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measurable adoption, not just feature completion.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926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DE8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SINGH SABHA MILTON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A1A33"/>
          </a:solidFill>
          <a:ln w="12700">
            <a:solidFill>
              <a:srgbClr val="0A1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121889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/Users/aashoodeepsingh/singhsabha_milton/docs/screenshots_fresh/gurdwara-logo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91440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82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Singh Sabha Milton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9418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and Ask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264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 required from business stakeholders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1874520"/>
            <a:ext cx="108356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this platform as the primary digital service channel.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KPI scorecard and monthly governance review.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Nominate module owners for operations continuity.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90-day rollout communication and training plan.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 periodic stakeholder review using agreed business metrics.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6309360"/>
            <a:ext cx="10927080" cy="0"/>
          </a:xfrm>
          <a:prstGeom prst="line">
            <a:avLst/>
          </a:prstGeom>
          <a:noFill/>
          <a:ln w="12700">
            <a:solidFill>
              <a:srgbClr val="D9E5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6373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Adoption Deck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7336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Singh Sabha 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SSM Stakeholder Adoption Deck</dc:title>
  <dc:subject>Stakeholder Adoption Deck</dc:subject>
  <dc:creator>Singh Sabha Milton</dc:creator>
  <cp:lastModifiedBy>Singh Sabha Milton</cp:lastModifiedBy>
  <cp:revision>1</cp:revision>
  <dcterms:created xsi:type="dcterms:W3CDTF">2026-07-28T19:07:20Z</dcterms:created>
  <dcterms:modified xsi:type="dcterms:W3CDTF">2026-07-28T19:07:20Z</dcterms:modified>
</cp:coreProperties>
</file>