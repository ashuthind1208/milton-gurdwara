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People Use It | Who It Serves | What We Gain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platform is the digital front door of the sangat. It helps people find events, offer seva, donate with confidence, and stay connected without friction.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Prepared: 2026-07-17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Uses This Website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first-time visitors to full operations teams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Visitors
</a:t>
            </a:r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Explore the Gurdwara, programs, media, and updates
</a:t>
            </a:r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
</a:t>
            </a:r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Register for events, sign up for seva, and donate
</a:t>
            </a:r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Families and Members
</a:t>
            </a:r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Track participation and manage profile details
</a:t>
            </a:r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Admins and Leadership
</a:t>
            </a:r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content, approvals, campaigns, and operations in one place</a:t>
            </a:r>
            <a:endParaRPr lang="en-US" sz="1600" dirty="0"/>
          </a:p>
        </p:txBody>
      </p:sp>
      <p:pic>
        <p:nvPicPr>
          <p:cNvPr id="6" name="Image 0" descr="/Users/aashoodeepsingh/singhsabha_milton/docs/screen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103120"/>
            <a:ext cx="5212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People Keep Using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journeys, less confusion, better trust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site is simple to navigate from any starting point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Event and seva registration flows are straightforward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Already-registered users get clear messages instead of error loops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Families see relevant actions, admins see admin actions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platform feels predictable, which builds confidence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Gain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outcomes for community and operations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035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Community Gain: More participation in events, seva, and learning
</a:t>
            </a:r>
            <a:pPr indent="0" marL="0">
              <a:buNone/>
            </a:pPr>
            <a:r>
              <a:rPr lang="en-US" sz="15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Operational Gain: Less manual follow-up and fewer duplicate records
</a:t>
            </a:r>
            <a:pPr indent="0" marL="0">
              <a:buNone/>
            </a:pPr>
            <a:r>
              <a:rPr lang="en-US" sz="15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Governance Gain: Role-aware access and cleaner approval flow
</a:t>
            </a:r>
            <a:pPr indent="0" marL="0">
              <a:buNone/>
            </a:pPr>
            <a:r>
              <a:rPr lang="en-US" sz="15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Communication Gain: Faster publishing across pages and channels
</a:t>
            </a:r>
            <a:endParaRPr lang="en-US" sz="1500" dirty="0"/>
          </a:p>
        </p:txBody>
      </p:sp>
      <p:pic>
        <p:nvPicPr>
          <p:cNvPr id="6" name="Image 0" descr="/Users/aashoodeepsingh/singhsabha_milton/docs/screensho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11680"/>
            <a:ext cx="52120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and Data Integrity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user experience and admin reliability meet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Duplicate registration is blocked for the same user and opportunity
</a:t>
            </a:r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Already registered users see disabled submit states with clear wording
</a:t>
            </a:r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prevents accidental double entries and reporting noise
</a:t>
            </a:r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Teams spend less time fixing records and more time serving people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Worth Investing 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felt by families, sevadars, and leadership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566160" cy="210312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4C4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2011680"/>
            <a:ext cx="3566160" cy="210312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4C4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011680"/>
            <a:ext cx="3108960" cy="210312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4C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teams can run updates and campaigns without scattered tools.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members can discover, join, and contribute with less effort.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gets clearer visibility with safer role and approval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Journeys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platform screen</a:t>
            </a:r>
            <a:endParaRPr lang="en-US" sz="1600" dirty="0"/>
          </a:p>
        </p:txBody>
      </p:sp>
      <p:pic>
        <p:nvPicPr>
          <p:cNvPr id="5" name="Image 0" descr="/Users/aashoodeepsingh/singhsabha_milton/docs/screenshots/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10789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Seva Journeys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platform screen</a:t>
            </a:r>
            <a:endParaRPr lang="en-US" sz="1600" dirty="0"/>
          </a:p>
        </p:txBody>
      </p:sp>
      <p:pic>
        <p:nvPicPr>
          <p:cNvPr id="5" name="Image 0" descr="/Users/aashoodeepsingh/singhsabha_milton/docs/screenshots/se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10789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platform screen</a:t>
            </a:r>
            <a:endParaRPr lang="en-US" sz="1600" dirty="0"/>
          </a:p>
        </p:txBody>
      </p:sp>
      <p:pic>
        <p:nvPicPr>
          <p:cNvPr id="5" name="Image 0" descr="/Users/aashoodeepsingh/singhsabha_milton/docs/screenshots/do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10789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 and Access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platform screen</a:t>
            </a:r>
            <a:endParaRPr lang="en-US" sz="1600" dirty="0"/>
          </a:p>
        </p:txBody>
      </p:sp>
      <p:pic>
        <p:nvPicPr>
          <p:cNvPr id="5" name="Image 0" descr="/Users/aashoodeepsingh/singhsabha_milton/docs/screenshots/admi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10789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platform screen</a:t>
            </a:r>
            <a:endParaRPr lang="en-US" sz="1600" dirty="0"/>
          </a:p>
        </p:txBody>
      </p:sp>
      <p:pic>
        <p:nvPicPr>
          <p:cNvPr id="5" name="Image 0" descr="/Users/aashoodeepsingh/singhsabha_milton/docs/screenshots/admin-seva-opportun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10789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45200"/>
          </a:solidFill>
          <a:ln w="12700">
            <a:solidFill>
              <a:srgbClr val="C45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Do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value visible in every rollout and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Keep demos people-first: start with who uses each page and why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Publish this runbook where admins can access it quickly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Train module owners with live flows (Users, Events, Seva, Donations)
</a:t>
            </a:r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Track KPIs: registrations, donation conversion, volunteer participation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Singh Sabha 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SSM Executive Overview</dc:title>
  <dc:subject>Platform Executive Overview</dc:subject>
  <dc:creator>Singh Sabha Milton</dc:creator>
  <cp:lastModifiedBy>Singh Sabha Milton</cp:lastModifiedBy>
  <cp:revision>1</cp:revision>
  <dcterms:created xsi:type="dcterms:W3CDTF">2026-07-28T15:39:27Z</dcterms:created>
  <dcterms:modified xsi:type="dcterms:W3CDTF">2026-07-28T15:39:27Z</dcterms:modified>
</cp:coreProperties>
</file>